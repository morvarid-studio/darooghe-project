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B0B7CA-8331-4267-B535-B4F26586859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37C8B2-D3C5-43F3-847C-211131F806EE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مشکل</a:t>
          </a:r>
          <a:endParaRPr lang="en-US" sz="1700" dirty="0">
            <a:cs typeface="B Nazanin" panose="00000400000000000000" pitchFamily="2" charset="-78"/>
          </a:endParaRPr>
        </a:p>
      </dgm:t>
    </dgm:pt>
    <dgm:pt modelId="{0CF33AC9-D82D-4DCA-9BE9-D691F3F936C3}" type="parTrans" cxnId="{BAFD9045-D444-45B9-B3C9-1146F835C98F}">
      <dgm:prSet/>
      <dgm:spPr/>
      <dgm:t>
        <a:bodyPr/>
        <a:lstStyle/>
        <a:p>
          <a:endParaRPr lang="en-US"/>
        </a:p>
      </dgm:t>
    </dgm:pt>
    <dgm:pt modelId="{2214B121-5EBD-41C0-9650-6F4684A28C55}" type="sibTrans" cxnId="{BAFD9045-D444-45B9-B3C9-1146F835C98F}">
      <dgm:prSet/>
      <dgm:spPr/>
      <dgm:t>
        <a:bodyPr/>
        <a:lstStyle/>
        <a:p>
          <a:endParaRPr lang="en-US"/>
        </a:p>
      </dgm:t>
    </dgm:pt>
    <dgm:pt modelId="{5E178926-A1EE-4420-BB39-1095460BAE49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راه</a:t>
          </a:r>
          <a:r>
            <a:rPr lang="fa-IR" sz="1700" dirty="0"/>
            <a:t> </a:t>
          </a:r>
          <a:r>
            <a:rPr lang="fa-IR" sz="1800" dirty="0">
              <a:cs typeface="B Nazanin" panose="00000400000000000000" pitchFamily="2" charset="-78"/>
            </a:rPr>
            <a:t>حل</a:t>
          </a:r>
          <a:endParaRPr lang="en-US" sz="1700" dirty="0">
            <a:cs typeface="B Nazanin" panose="00000400000000000000" pitchFamily="2" charset="-78"/>
          </a:endParaRPr>
        </a:p>
      </dgm:t>
    </dgm:pt>
    <dgm:pt modelId="{64E63938-2FB1-47A5-B97F-5D70E6C6EA30}" type="parTrans" cxnId="{6CA334A0-A6A6-4D68-B985-FEBB10ABD890}">
      <dgm:prSet/>
      <dgm:spPr/>
      <dgm:t>
        <a:bodyPr/>
        <a:lstStyle/>
        <a:p>
          <a:endParaRPr lang="en-US"/>
        </a:p>
      </dgm:t>
    </dgm:pt>
    <dgm:pt modelId="{FB739EAC-6E0B-462B-838D-74984D1875B2}" type="sibTrans" cxnId="{6CA334A0-A6A6-4D68-B985-FEBB10ABD890}">
      <dgm:prSet/>
      <dgm:spPr/>
      <dgm:t>
        <a:bodyPr/>
        <a:lstStyle/>
        <a:p>
          <a:endParaRPr lang="en-US"/>
        </a:p>
      </dgm:t>
    </dgm:pt>
    <dgm:pt modelId="{662D151D-31B8-4483-B7BF-9FAF77E0F84D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اندازه بازار</a:t>
          </a:r>
          <a:endParaRPr lang="en-US" sz="1800" dirty="0">
            <a:cs typeface="B Nazanin" panose="00000400000000000000" pitchFamily="2" charset="-78"/>
          </a:endParaRPr>
        </a:p>
      </dgm:t>
    </dgm:pt>
    <dgm:pt modelId="{AB3130D1-859F-48F3-B0B5-66A92BD4C549}" type="parTrans" cxnId="{91E909BC-9ABA-420B-A297-B8819F810557}">
      <dgm:prSet/>
      <dgm:spPr/>
      <dgm:t>
        <a:bodyPr/>
        <a:lstStyle/>
        <a:p>
          <a:endParaRPr lang="en-US"/>
        </a:p>
      </dgm:t>
    </dgm:pt>
    <dgm:pt modelId="{4A96D4FD-212E-4A7E-903A-D15645AE05AE}" type="sibTrans" cxnId="{91E909BC-9ABA-420B-A297-B8819F810557}">
      <dgm:prSet/>
      <dgm:spPr/>
      <dgm:t>
        <a:bodyPr/>
        <a:lstStyle/>
        <a:p>
          <a:endParaRPr lang="en-US"/>
        </a:p>
      </dgm:t>
    </dgm:pt>
    <dgm:pt modelId="{574FC5F1-37DA-4D34-9FB8-232FC3A2BA58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مدل کسب و کار</a:t>
          </a:r>
          <a:endParaRPr lang="en-US" sz="1800" dirty="0">
            <a:cs typeface="B Nazanin" panose="00000400000000000000" pitchFamily="2" charset="-78"/>
          </a:endParaRPr>
        </a:p>
      </dgm:t>
    </dgm:pt>
    <dgm:pt modelId="{90A70433-E5B9-462F-B441-2A445FDD82D4}" type="parTrans" cxnId="{A3A4AFB2-6053-4721-8E70-7F3EE2B01892}">
      <dgm:prSet/>
      <dgm:spPr/>
      <dgm:t>
        <a:bodyPr/>
        <a:lstStyle/>
        <a:p>
          <a:endParaRPr lang="en-US"/>
        </a:p>
      </dgm:t>
    </dgm:pt>
    <dgm:pt modelId="{F5813CBC-876C-42F5-B744-31724FDB41ED}" type="sibTrans" cxnId="{A3A4AFB2-6053-4721-8E70-7F3EE2B01892}">
      <dgm:prSet/>
      <dgm:spPr/>
      <dgm:t>
        <a:bodyPr/>
        <a:lstStyle/>
        <a:p>
          <a:endParaRPr lang="en-US"/>
        </a:p>
      </dgm:t>
    </dgm:pt>
    <dgm:pt modelId="{B5D0D8EF-2160-47DA-8B6F-2DAA65C4ED68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رقبا و مزیت رقابتی</a:t>
          </a:r>
          <a:endParaRPr lang="en-US" sz="1800" dirty="0">
            <a:cs typeface="B Nazanin" panose="00000400000000000000" pitchFamily="2" charset="-78"/>
          </a:endParaRPr>
        </a:p>
      </dgm:t>
    </dgm:pt>
    <dgm:pt modelId="{59510314-19DA-4A64-A485-D0F48BF68CD0}" type="parTrans" cxnId="{32DDD957-4F13-4A65-A3E2-1D555BBDA3FD}">
      <dgm:prSet/>
      <dgm:spPr/>
      <dgm:t>
        <a:bodyPr/>
        <a:lstStyle/>
        <a:p>
          <a:endParaRPr lang="en-US"/>
        </a:p>
      </dgm:t>
    </dgm:pt>
    <dgm:pt modelId="{DFF529C5-73AC-4A53-8A3E-A46A9CA99806}" type="sibTrans" cxnId="{32DDD957-4F13-4A65-A3E2-1D555BBDA3FD}">
      <dgm:prSet/>
      <dgm:spPr/>
      <dgm:t>
        <a:bodyPr/>
        <a:lstStyle/>
        <a:p>
          <a:endParaRPr lang="en-US"/>
        </a:p>
      </dgm:t>
    </dgm:pt>
    <dgm:pt modelId="{4A0B262D-1512-4463-81C8-DBECE9FE5FCF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تیم</a:t>
          </a:r>
          <a:r>
            <a:rPr lang="fa-IR" sz="1700" dirty="0"/>
            <a:t> </a:t>
          </a:r>
          <a:endParaRPr lang="en-US" sz="1700" dirty="0"/>
        </a:p>
      </dgm:t>
    </dgm:pt>
    <dgm:pt modelId="{1DE87E1F-31B0-477B-800B-55E24EFAC27B}" type="parTrans" cxnId="{62D936EC-9FE1-4677-8BC0-F1E9EF333FDA}">
      <dgm:prSet/>
      <dgm:spPr/>
      <dgm:t>
        <a:bodyPr/>
        <a:lstStyle/>
        <a:p>
          <a:endParaRPr lang="en-US"/>
        </a:p>
      </dgm:t>
    </dgm:pt>
    <dgm:pt modelId="{57CDD916-94EE-48DF-B8E6-B8505614415E}" type="sibTrans" cxnId="{62D936EC-9FE1-4677-8BC0-F1E9EF333FDA}">
      <dgm:prSet/>
      <dgm:spPr/>
      <dgm:t>
        <a:bodyPr/>
        <a:lstStyle/>
        <a:p>
          <a:endParaRPr lang="en-US"/>
        </a:p>
      </dgm:t>
    </dgm:pt>
    <dgm:pt modelId="{51E22326-2930-46FA-85B6-F5697114F307}">
      <dgm:prSet phldrT="[Text]" phldr="0" custT="1"/>
      <dgm:spPr/>
      <dgm:t>
        <a:bodyPr/>
        <a:lstStyle/>
        <a:p>
          <a:r>
            <a:rPr lang="fa-IR" sz="1800" dirty="0">
              <a:cs typeface="B Nazanin" panose="00000400000000000000" pitchFamily="2" charset="-78"/>
            </a:rPr>
            <a:t>نیاز سرمایه</a:t>
          </a:r>
          <a:endParaRPr lang="en-US" sz="1800" dirty="0">
            <a:cs typeface="B Nazanin" panose="00000400000000000000" pitchFamily="2" charset="-78"/>
          </a:endParaRPr>
        </a:p>
      </dgm:t>
    </dgm:pt>
    <dgm:pt modelId="{2E06CF88-4AD2-4BFA-BB66-247A1AF7B74D}" type="parTrans" cxnId="{DF7DF290-2445-4F6D-A6CD-8EC32C7E7446}">
      <dgm:prSet/>
      <dgm:spPr/>
      <dgm:t>
        <a:bodyPr/>
        <a:lstStyle/>
        <a:p>
          <a:endParaRPr lang="en-US"/>
        </a:p>
      </dgm:t>
    </dgm:pt>
    <dgm:pt modelId="{C3FB5580-4DCD-4C0B-8347-6C2F2704C8BF}" type="sibTrans" cxnId="{DF7DF290-2445-4F6D-A6CD-8EC32C7E7446}">
      <dgm:prSet/>
      <dgm:spPr/>
      <dgm:t>
        <a:bodyPr/>
        <a:lstStyle/>
        <a:p>
          <a:endParaRPr lang="en-US"/>
        </a:p>
      </dgm:t>
    </dgm:pt>
    <dgm:pt modelId="{52270C7F-0DF0-42DE-90EE-BFA84BA7F48C}" type="pres">
      <dgm:prSet presAssocID="{EAB0B7CA-8331-4267-B535-B4F26586859C}" presName="Name0" presStyleCnt="0">
        <dgm:presLayoutVars>
          <dgm:dir/>
          <dgm:animLvl val="lvl"/>
          <dgm:resizeHandles val="exact"/>
        </dgm:presLayoutVars>
      </dgm:prSet>
      <dgm:spPr/>
    </dgm:pt>
    <dgm:pt modelId="{1D7AD2FE-8D40-48FB-9E46-BBB291D3E0FE}" type="pres">
      <dgm:prSet presAssocID="{5937C8B2-D3C5-43F3-847C-211131F806EE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DE375CF5-2C24-4218-BABC-19F402645F2D}" type="pres">
      <dgm:prSet presAssocID="{2214B121-5EBD-41C0-9650-6F4684A28C55}" presName="parTxOnlySpace" presStyleCnt="0"/>
      <dgm:spPr/>
    </dgm:pt>
    <dgm:pt modelId="{3F7270BE-D597-472C-96A0-8B9C52BD46AB}" type="pres">
      <dgm:prSet presAssocID="{5E178926-A1EE-4420-BB39-1095460BAE49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DB7151F9-8B7D-42EC-B8A9-D8CF33559A76}" type="pres">
      <dgm:prSet presAssocID="{FB739EAC-6E0B-462B-838D-74984D1875B2}" presName="parTxOnlySpace" presStyleCnt="0"/>
      <dgm:spPr/>
    </dgm:pt>
    <dgm:pt modelId="{97D03673-604D-4A69-83D1-6D08FF9BA7BB}" type="pres">
      <dgm:prSet presAssocID="{662D151D-31B8-4483-B7BF-9FAF77E0F84D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34BAADE3-AD6E-4138-A992-AF9F4D0D4D49}" type="pres">
      <dgm:prSet presAssocID="{4A96D4FD-212E-4A7E-903A-D15645AE05AE}" presName="parTxOnlySpace" presStyleCnt="0"/>
      <dgm:spPr/>
    </dgm:pt>
    <dgm:pt modelId="{41D1746D-5D54-4A54-877A-70B2E037DE20}" type="pres">
      <dgm:prSet presAssocID="{574FC5F1-37DA-4D34-9FB8-232FC3A2BA58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619ECB7D-7A15-4561-A67E-C0081820073E}" type="pres">
      <dgm:prSet presAssocID="{F5813CBC-876C-42F5-B744-31724FDB41ED}" presName="parTxOnlySpace" presStyleCnt="0"/>
      <dgm:spPr/>
    </dgm:pt>
    <dgm:pt modelId="{EC7C6E8A-A6D2-403C-A066-FA1EFD8706FC}" type="pres">
      <dgm:prSet presAssocID="{B5D0D8EF-2160-47DA-8B6F-2DAA65C4ED68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C23FD261-B35F-48F4-A487-79138747F9C5}" type="pres">
      <dgm:prSet presAssocID="{DFF529C5-73AC-4A53-8A3E-A46A9CA99806}" presName="parTxOnlySpace" presStyleCnt="0"/>
      <dgm:spPr/>
    </dgm:pt>
    <dgm:pt modelId="{F47B8247-4929-4A7D-A033-9E0529EE7C8E}" type="pres">
      <dgm:prSet presAssocID="{4A0B262D-1512-4463-81C8-DBECE9FE5FCF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2DC351D-5FDC-42F2-9AC4-A56509C75225}" type="pres">
      <dgm:prSet presAssocID="{57CDD916-94EE-48DF-B8E6-B8505614415E}" presName="parTxOnlySpace" presStyleCnt="0"/>
      <dgm:spPr/>
    </dgm:pt>
    <dgm:pt modelId="{9213E68F-637A-43DB-B1DB-10258A4D28C8}" type="pres">
      <dgm:prSet presAssocID="{51E22326-2930-46FA-85B6-F5697114F307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7FE54B0A-9A65-46BB-A0A2-24E48F230D9D}" type="presOf" srcId="{5E178926-A1EE-4420-BB39-1095460BAE49}" destId="{3F7270BE-D597-472C-96A0-8B9C52BD46AB}" srcOrd="0" destOrd="0" presId="urn:microsoft.com/office/officeart/2005/8/layout/chevron1"/>
    <dgm:cxn modelId="{4BFD3F38-8E87-4993-8A2F-A41502ADC719}" type="presOf" srcId="{51E22326-2930-46FA-85B6-F5697114F307}" destId="{9213E68F-637A-43DB-B1DB-10258A4D28C8}" srcOrd="0" destOrd="0" presId="urn:microsoft.com/office/officeart/2005/8/layout/chevron1"/>
    <dgm:cxn modelId="{F4F06341-377B-4452-A6C3-03C23183EC94}" type="presOf" srcId="{5937C8B2-D3C5-43F3-847C-211131F806EE}" destId="{1D7AD2FE-8D40-48FB-9E46-BBB291D3E0FE}" srcOrd="0" destOrd="0" presId="urn:microsoft.com/office/officeart/2005/8/layout/chevron1"/>
    <dgm:cxn modelId="{0BDB7A41-E5F9-4A55-8749-1D8D54871F73}" type="presOf" srcId="{662D151D-31B8-4483-B7BF-9FAF77E0F84D}" destId="{97D03673-604D-4A69-83D1-6D08FF9BA7BB}" srcOrd="0" destOrd="0" presId="urn:microsoft.com/office/officeart/2005/8/layout/chevron1"/>
    <dgm:cxn modelId="{BAFD9045-D444-45B9-B3C9-1146F835C98F}" srcId="{EAB0B7CA-8331-4267-B535-B4F26586859C}" destId="{5937C8B2-D3C5-43F3-847C-211131F806EE}" srcOrd="0" destOrd="0" parTransId="{0CF33AC9-D82D-4DCA-9BE9-D691F3F936C3}" sibTransId="{2214B121-5EBD-41C0-9650-6F4684A28C55}"/>
    <dgm:cxn modelId="{32DDD957-4F13-4A65-A3E2-1D555BBDA3FD}" srcId="{EAB0B7CA-8331-4267-B535-B4F26586859C}" destId="{B5D0D8EF-2160-47DA-8B6F-2DAA65C4ED68}" srcOrd="4" destOrd="0" parTransId="{59510314-19DA-4A64-A485-D0F48BF68CD0}" sibTransId="{DFF529C5-73AC-4A53-8A3E-A46A9CA99806}"/>
    <dgm:cxn modelId="{58626E90-840B-4AE4-9D1C-31193D6518EE}" type="presOf" srcId="{B5D0D8EF-2160-47DA-8B6F-2DAA65C4ED68}" destId="{EC7C6E8A-A6D2-403C-A066-FA1EFD8706FC}" srcOrd="0" destOrd="0" presId="urn:microsoft.com/office/officeart/2005/8/layout/chevron1"/>
    <dgm:cxn modelId="{DF7DF290-2445-4F6D-A6CD-8EC32C7E7446}" srcId="{EAB0B7CA-8331-4267-B535-B4F26586859C}" destId="{51E22326-2930-46FA-85B6-F5697114F307}" srcOrd="6" destOrd="0" parTransId="{2E06CF88-4AD2-4BFA-BB66-247A1AF7B74D}" sibTransId="{C3FB5580-4DCD-4C0B-8347-6C2F2704C8BF}"/>
    <dgm:cxn modelId="{6CA334A0-A6A6-4D68-B985-FEBB10ABD890}" srcId="{EAB0B7CA-8331-4267-B535-B4F26586859C}" destId="{5E178926-A1EE-4420-BB39-1095460BAE49}" srcOrd="1" destOrd="0" parTransId="{64E63938-2FB1-47A5-B97F-5D70E6C6EA30}" sibTransId="{FB739EAC-6E0B-462B-838D-74984D1875B2}"/>
    <dgm:cxn modelId="{A3A4AFB2-6053-4721-8E70-7F3EE2B01892}" srcId="{EAB0B7CA-8331-4267-B535-B4F26586859C}" destId="{574FC5F1-37DA-4D34-9FB8-232FC3A2BA58}" srcOrd="3" destOrd="0" parTransId="{90A70433-E5B9-462F-B441-2A445FDD82D4}" sibTransId="{F5813CBC-876C-42F5-B744-31724FDB41ED}"/>
    <dgm:cxn modelId="{F3B127BB-5CC2-4919-AF8D-62167E782A15}" type="presOf" srcId="{574FC5F1-37DA-4D34-9FB8-232FC3A2BA58}" destId="{41D1746D-5D54-4A54-877A-70B2E037DE20}" srcOrd="0" destOrd="0" presId="urn:microsoft.com/office/officeart/2005/8/layout/chevron1"/>
    <dgm:cxn modelId="{91E909BC-9ABA-420B-A297-B8819F810557}" srcId="{EAB0B7CA-8331-4267-B535-B4F26586859C}" destId="{662D151D-31B8-4483-B7BF-9FAF77E0F84D}" srcOrd="2" destOrd="0" parTransId="{AB3130D1-859F-48F3-B0B5-66A92BD4C549}" sibTransId="{4A96D4FD-212E-4A7E-903A-D15645AE05AE}"/>
    <dgm:cxn modelId="{1BC74BC7-4171-43CB-BAFC-A3A39E11BE4D}" type="presOf" srcId="{4A0B262D-1512-4463-81C8-DBECE9FE5FCF}" destId="{F47B8247-4929-4A7D-A033-9E0529EE7C8E}" srcOrd="0" destOrd="0" presId="urn:microsoft.com/office/officeart/2005/8/layout/chevron1"/>
    <dgm:cxn modelId="{A72D5BCE-632F-4792-9BC3-2D42F9A03A94}" type="presOf" srcId="{EAB0B7CA-8331-4267-B535-B4F26586859C}" destId="{52270C7F-0DF0-42DE-90EE-BFA84BA7F48C}" srcOrd="0" destOrd="0" presId="urn:microsoft.com/office/officeart/2005/8/layout/chevron1"/>
    <dgm:cxn modelId="{62D936EC-9FE1-4677-8BC0-F1E9EF333FDA}" srcId="{EAB0B7CA-8331-4267-B535-B4F26586859C}" destId="{4A0B262D-1512-4463-81C8-DBECE9FE5FCF}" srcOrd="5" destOrd="0" parTransId="{1DE87E1F-31B0-477B-800B-55E24EFAC27B}" sibTransId="{57CDD916-94EE-48DF-B8E6-B8505614415E}"/>
    <dgm:cxn modelId="{D9BA222B-7678-4148-BFBE-326B335E5932}" type="presParOf" srcId="{52270C7F-0DF0-42DE-90EE-BFA84BA7F48C}" destId="{1D7AD2FE-8D40-48FB-9E46-BBB291D3E0FE}" srcOrd="0" destOrd="0" presId="urn:microsoft.com/office/officeart/2005/8/layout/chevron1"/>
    <dgm:cxn modelId="{44DFF976-F865-4603-9C38-47F795D6A459}" type="presParOf" srcId="{52270C7F-0DF0-42DE-90EE-BFA84BA7F48C}" destId="{DE375CF5-2C24-4218-BABC-19F402645F2D}" srcOrd="1" destOrd="0" presId="urn:microsoft.com/office/officeart/2005/8/layout/chevron1"/>
    <dgm:cxn modelId="{02A7C078-FF00-4256-837A-13511C463E30}" type="presParOf" srcId="{52270C7F-0DF0-42DE-90EE-BFA84BA7F48C}" destId="{3F7270BE-D597-472C-96A0-8B9C52BD46AB}" srcOrd="2" destOrd="0" presId="urn:microsoft.com/office/officeart/2005/8/layout/chevron1"/>
    <dgm:cxn modelId="{B6A05BA4-A8E4-4FF1-A7B3-15E53A525AAC}" type="presParOf" srcId="{52270C7F-0DF0-42DE-90EE-BFA84BA7F48C}" destId="{DB7151F9-8B7D-42EC-B8A9-D8CF33559A76}" srcOrd="3" destOrd="0" presId="urn:microsoft.com/office/officeart/2005/8/layout/chevron1"/>
    <dgm:cxn modelId="{28002A1A-CE99-4B1D-8532-8CAD2D05214B}" type="presParOf" srcId="{52270C7F-0DF0-42DE-90EE-BFA84BA7F48C}" destId="{97D03673-604D-4A69-83D1-6D08FF9BA7BB}" srcOrd="4" destOrd="0" presId="urn:microsoft.com/office/officeart/2005/8/layout/chevron1"/>
    <dgm:cxn modelId="{98418B24-340B-4727-B62F-F6AA709D1872}" type="presParOf" srcId="{52270C7F-0DF0-42DE-90EE-BFA84BA7F48C}" destId="{34BAADE3-AD6E-4138-A992-AF9F4D0D4D49}" srcOrd="5" destOrd="0" presId="urn:microsoft.com/office/officeart/2005/8/layout/chevron1"/>
    <dgm:cxn modelId="{86CA49BD-69D5-4F18-A5EF-18C7B3E91C93}" type="presParOf" srcId="{52270C7F-0DF0-42DE-90EE-BFA84BA7F48C}" destId="{41D1746D-5D54-4A54-877A-70B2E037DE20}" srcOrd="6" destOrd="0" presId="urn:microsoft.com/office/officeart/2005/8/layout/chevron1"/>
    <dgm:cxn modelId="{2642D33D-A172-44D9-9725-5EEF438E6567}" type="presParOf" srcId="{52270C7F-0DF0-42DE-90EE-BFA84BA7F48C}" destId="{619ECB7D-7A15-4561-A67E-C0081820073E}" srcOrd="7" destOrd="0" presId="urn:microsoft.com/office/officeart/2005/8/layout/chevron1"/>
    <dgm:cxn modelId="{ED54A632-204F-4538-8B0D-AF1515C3E9BB}" type="presParOf" srcId="{52270C7F-0DF0-42DE-90EE-BFA84BA7F48C}" destId="{EC7C6E8A-A6D2-403C-A066-FA1EFD8706FC}" srcOrd="8" destOrd="0" presId="urn:microsoft.com/office/officeart/2005/8/layout/chevron1"/>
    <dgm:cxn modelId="{69D12F83-79A1-4D88-8574-933CA78E66B7}" type="presParOf" srcId="{52270C7F-0DF0-42DE-90EE-BFA84BA7F48C}" destId="{C23FD261-B35F-48F4-A487-79138747F9C5}" srcOrd="9" destOrd="0" presId="urn:microsoft.com/office/officeart/2005/8/layout/chevron1"/>
    <dgm:cxn modelId="{16025829-3661-45AD-AD8D-FA88C39D31EA}" type="presParOf" srcId="{52270C7F-0DF0-42DE-90EE-BFA84BA7F48C}" destId="{F47B8247-4929-4A7D-A033-9E0529EE7C8E}" srcOrd="10" destOrd="0" presId="urn:microsoft.com/office/officeart/2005/8/layout/chevron1"/>
    <dgm:cxn modelId="{783E4636-5561-4C6D-BF1B-E5C15D028A48}" type="presParOf" srcId="{52270C7F-0DF0-42DE-90EE-BFA84BA7F48C}" destId="{42DC351D-5FDC-42F2-9AC4-A56509C75225}" srcOrd="11" destOrd="0" presId="urn:microsoft.com/office/officeart/2005/8/layout/chevron1"/>
    <dgm:cxn modelId="{EDDFB70F-C346-4DEF-83FC-645560A09D5E}" type="presParOf" srcId="{52270C7F-0DF0-42DE-90EE-BFA84BA7F48C}" destId="{9213E68F-637A-43DB-B1DB-10258A4D28C8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AD2FE-8D40-48FB-9E46-BBB291D3E0FE}">
      <dsp:nvSpPr>
        <dsp:cNvPr id="0" name=""/>
        <dsp:cNvSpPr/>
      </dsp:nvSpPr>
      <dsp:spPr>
        <a:xfrm>
          <a:off x="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مشکل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381000" y="3167898"/>
        <a:ext cx="1143000" cy="761999"/>
      </dsp:txXfrm>
    </dsp:sp>
    <dsp:sp modelId="{3F7270BE-D597-472C-96A0-8B9C52BD46AB}">
      <dsp:nvSpPr>
        <dsp:cNvPr id="0" name=""/>
        <dsp:cNvSpPr/>
      </dsp:nvSpPr>
      <dsp:spPr>
        <a:xfrm>
          <a:off x="171450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راه</a:t>
          </a:r>
          <a:r>
            <a:rPr lang="fa-IR" sz="1700" kern="1200" dirty="0"/>
            <a:t> </a:t>
          </a:r>
          <a:r>
            <a:rPr lang="fa-IR" sz="1800" kern="1200" dirty="0">
              <a:cs typeface="B Nazanin" panose="00000400000000000000" pitchFamily="2" charset="-78"/>
            </a:rPr>
            <a:t>حل</a:t>
          </a:r>
          <a:endParaRPr lang="en-US" sz="1700" kern="1200" dirty="0">
            <a:cs typeface="B Nazanin" panose="00000400000000000000" pitchFamily="2" charset="-78"/>
          </a:endParaRPr>
        </a:p>
      </dsp:txBody>
      <dsp:txXfrm>
        <a:off x="2095500" y="3167898"/>
        <a:ext cx="1143000" cy="761999"/>
      </dsp:txXfrm>
    </dsp:sp>
    <dsp:sp modelId="{97D03673-604D-4A69-83D1-6D08FF9BA7BB}">
      <dsp:nvSpPr>
        <dsp:cNvPr id="0" name=""/>
        <dsp:cNvSpPr/>
      </dsp:nvSpPr>
      <dsp:spPr>
        <a:xfrm>
          <a:off x="342900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اندازه بازار</a:t>
          </a:r>
          <a:endParaRPr lang="en-US" sz="1800" kern="1200" dirty="0">
            <a:cs typeface="B Nazanin" panose="00000400000000000000" pitchFamily="2" charset="-78"/>
          </a:endParaRPr>
        </a:p>
      </dsp:txBody>
      <dsp:txXfrm>
        <a:off x="3810000" y="3167898"/>
        <a:ext cx="1143000" cy="761999"/>
      </dsp:txXfrm>
    </dsp:sp>
    <dsp:sp modelId="{41D1746D-5D54-4A54-877A-70B2E037DE20}">
      <dsp:nvSpPr>
        <dsp:cNvPr id="0" name=""/>
        <dsp:cNvSpPr/>
      </dsp:nvSpPr>
      <dsp:spPr>
        <a:xfrm>
          <a:off x="514350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مدل کسب و کار</a:t>
          </a:r>
          <a:endParaRPr lang="en-US" sz="1800" kern="1200" dirty="0">
            <a:cs typeface="B Nazanin" panose="00000400000000000000" pitchFamily="2" charset="-78"/>
          </a:endParaRPr>
        </a:p>
      </dsp:txBody>
      <dsp:txXfrm>
        <a:off x="5524500" y="3167898"/>
        <a:ext cx="1143000" cy="761999"/>
      </dsp:txXfrm>
    </dsp:sp>
    <dsp:sp modelId="{EC7C6E8A-A6D2-403C-A066-FA1EFD8706FC}">
      <dsp:nvSpPr>
        <dsp:cNvPr id="0" name=""/>
        <dsp:cNvSpPr/>
      </dsp:nvSpPr>
      <dsp:spPr>
        <a:xfrm>
          <a:off x="685800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رقبا و مزیت رقابتی</a:t>
          </a:r>
          <a:endParaRPr lang="en-US" sz="1800" kern="1200" dirty="0">
            <a:cs typeface="B Nazanin" panose="00000400000000000000" pitchFamily="2" charset="-78"/>
          </a:endParaRPr>
        </a:p>
      </dsp:txBody>
      <dsp:txXfrm>
        <a:off x="7239000" y="3167898"/>
        <a:ext cx="1143000" cy="761999"/>
      </dsp:txXfrm>
    </dsp:sp>
    <dsp:sp modelId="{F47B8247-4929-4A7D-A033-9E0529EE7C8E}">
      <dsp:nvSpPr>
        <dsp:cNvPr id="0" name=""/>
        <dsp:cNvSpPr/>
      </dsp:nvSpPr>
      <dsp:spPr>
        <a:xfrm>
          <a:off x="857250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تیم</a:t>
          </a:r>
          <a:r>
            <a:rPr lang="fa-IR" sz="1700" kern="1200" dirty="0"/>
            <a:t> </a:t>
          </a:r>
          <a:endParaRPr lang="en-US" sz="1700" kern="1200" dirty="0"/>
        </a:p>
      </dsp:txBody>
      <dsp:txXfrm>
        <a:off x="8953500" y="3167898"/>
        <a:ext cx="1143000" cy="761999"/>
      </dsp:txXfrm>
    </dsp:sp>
    <dsp:sp modelId="{9213E68F-637A-43DB-B1DB-10258A4D28C8}">
      <dsp:nvSpPr>
        <dsp:cNvPr id="0" name=""/>
        <dsp:cNvSpPr/>
      </dsp:nvSpPr>
      <dsp:spPr>
        <a:xfrm>
          <a:off x="10287000" y="3167898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800" kern="1200" dirty="0">
              <a:cs typeface="B Nazanin" panose="00000400000000000000" pitchFamily="2" charset="-78"/>
            </a:rPr>
            <a:t>نیاز سرمایه</a:t>
          </a:r>
          <a:endParaRPr lang="en-US" sz="1800" kern="1200" dirty="0">
            <a:cs typeface="B Nazanin" panose="00000400000000000000" pitchFamily="2" charset="-78"/>
          </a:endParaRPr>
        </a:p>
      </dsp:txBody>
      <dsp:txXfrm>
        <a:off x="10668000" y="3167898"/>
        <a:ext cx="1143000" cy="761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8C000-E44C-7A40-5F15-6227CF891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1D289-9AD8-B21C-C078-676B29245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CDB21-499F-9FB8-9674-102C7DAA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A0-9B34-E430-E3BA-EDC9EADF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C49A-1CEB-345F-D7FF-B957562E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2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DD33-8A0A-91A1-4AC2-422C04C3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29EAE-76E9-F82A-18C0-FEEF36233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1216B-5F5A-6902-9982-253761B1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F6BE5-9A22-D2D1-8C76-6AF897EF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6DCF7-093B-31A9-B93D-7F3B7EDE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D802-8DD0-736D-93A1-FBA89C5C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4B83A-E171-F528-4F3E-A69B5DD4E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E5E75-83BF-8443-99EE-A4D8A6B1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87589-895B-9D0F-03D8-545F1218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FC90-91B2-E81E-E699-940C24FC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2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CE53-F935-AC7C-0D14-4B4753AE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8885F-1605-722C-14FD-96A8C0290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FC812-5C65-A675-A558-EE522D020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A8EB6-267B-E40F-31A0-B3B26C9A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F4165-01D0-B537-186B-982B9F9E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21BA6-B00C-83B9-8810-070C4D17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3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7EBA-9D39-61D5-BF25-D959A4FC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E99EF-AD74-16C9-6BD4-5A123AAA2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5533F-AB50-1CB0-627E-E303D7E61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7EF68-3EE6-93B4-B324-93CFA8E4C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14C64-F401-A524-B03B-4F80AC144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F457F-F4C7-7D69-5A91-B3B8DBCE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23C3D-4551-B125-739B-381C16FE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FE747E-8655-090E-5847-E3899D3C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4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AE42-537A-C002-57E0-650A915C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96A049-0D21-D13E-6AEF-B734D6B9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B9CE5-3A13-BFDA-5843-F04380B1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6DF5F-6635-0A88-D1FC-21A39DBE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5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CFB03-9916-67A8-F1CF-7C98C4E4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9D1E38-1911-C4DE-B4DF-0B9225603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5BD2B-E6D9-D28A-0D61-827453B0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8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6B61-CD22-335E-5860-3D2B5777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58D2-BAAE-034A-EE77-E58DAD0C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40BC3-F169-2608-B621-682AA461B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FCF70-57F2-E57F-E1CC-7DE0B2CE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134BF-FCF7-F140-0DC6-89C22EEB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9DD95-CCB1-7D10-5197-A3B1C135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1C90-B3E4-BFF5-B518-8E44C9F0C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D5C73-45E9-64B6-3EFD-2AA51CE09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C2BAF-4C94-83C5-447E-DE9FEE057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C3C9-2316-5636-BEB2-24CDFA85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EDAC2-C123-1307-83E5-584E0472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B8936-54CF-0912-1481-E93795FA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1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065C-3C53-15E9-31F2-79AC310E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51811-260F-FBD8-851A-FC3FF91BC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4B96-6F58-C013-8F69-9813FFB8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44C8-D931-241B-3E0F-18B17EDF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D5E51-307F-0249-9917-694F1C5A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8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8E159-444F-9A07-274E-4CF2B93D5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D77AB-5B39-2D90-6B85-204F93685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69E8-8EDD-F4DE-F0FD-4F1152BB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2536C-7E19-5105-F54C-02DD17CB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0C8E1-8947-2C77-B891-F723C379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1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D235DC-D080-E768-0BE0-5A789985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C4805-99FD-9F3A-BBD2-DE8804F77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5208-E730-CF8F-F968-840494CA7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867F-F7F4-448F-97BB-0DEA58F6596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CE72D-0081-7D8A-1D79-B85F2AB8B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C5319-64B7-4113-AF18-5B66FAC06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418CF-9D72-4846-A971-FC6FEDDCB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3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B204-09A9-E90C-46F9-62C67AB3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C1A13-C3A2-17AD-3900-CD02D885C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915578"/>
              </p:ext>
            </p:extLst>
          </p:nvPr>
        </p:nvGraphicFramePr>
        <p:xfrm>
          <a:off x="1" y="-239796"/>
          <a:ext cx="12192000" cy="7097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57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 Nazanin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alireza monfared</dc:creator>
  <cp:lastModifiedBy>alireza monfared</cp:lastModifiedBy>
  <cp:revision>1</cp:revision>
  <dcterms:created xsi:type="dcterms:W3CDTF">2025-10-07T05:34:28Z</dcterms:created>
  <dcterms:modified xsi:type="dcterms:W3CDTF">2025-10-07T05:45:55Z</dcterms:modified>
</cp:coreProperties>
</file>